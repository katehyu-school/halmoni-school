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도란채 Doranchae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40-minute Korean culture taster — for your students, in your classroom.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[School Name]  ·  Prepared by Kate (Haeok) Yu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966960" y="1737360"/>
            <a:ext cx="1371600" cy="1371600"/>
          </a:xfrm>
          <a:prstGeom prst="ellipse">
            <a:avLst/>
          </a:prstGeom>
          <a:solidFill>
            <a:srgbClr val="12615B"/>
          </a:solidFill>
          <a:ln/>
        </p:spPr>
      </p:sp>
      <p:pic>
        <p:nvPicPr>
          <p:cNvPr id="6" name="Image 0" descr="/sessions/pensive-beautiful-einstein/mnt/outputs/pptx_work/icons/flagK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1929384"/>
            <a:ext cx="987552" cy="987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free class period.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D1FAE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9728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one class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2834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D1FAE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84632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your school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21040" y="2834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3154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595360" y="42062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on your 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KOREAN, 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students are already curious.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685800" cy="6858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5" name="Image 0" descr="/sessions/pensive-beautiful-einstein/mnt/outputs/pptx_work/icons/headph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244852"/>
            <a:ext cx="493776" cy="4937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14884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is Duolingo's fastest-growing language among U.S. learners — up 20%+ in 2025.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3108960"/>
            <a:ext cx="685800" cy="6858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8" name="Image 1" descr="/sessions/pensive-beautiful-einstein/mnt/outputs/pptx_work/icons/fi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320497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31089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K-pop and K-dramas are driving the sharpest growth in language interest among ages 5–17.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822960" y="4069080"/>
            <a:ext cx="685800" cy="6858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1" name="Image 2" descr="/sessions/pensive-beautiful-einstein/mnt/outputs/pptx_work/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4165092"/>
            <a:ext cx="493776" cy="4937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406908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many students, this may be their very first real contact with the Korean language.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Korean teacher who built a free curriculum from scratch.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(Haeok) Yu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run an online Korean school and spent the last two years building Doranchae — a complete, scene-based Korean curriculum, free during its beta. This visit uses the same material, just condensed into one fun class period.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69680" y="1737360"/>
            <a:ext cx="2468880" cy="24688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6" name="Image 0" descr="/sessions/pensive-beautiful-einstein/mnt/outputs/pptx_work/icons/teac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323" y="2083003"/>
            <a:ext cx="1777594" cy="17775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 minutes, four moments.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/>
        </p:spPr>
      </p:sp>
      <p:sp>
        <p:nvSpPr>
          <p:cNvPr id="5" name="Shape 3"/>
          <p:cNvSpPr/>
          <p:nvPr/>
        </p:nvSpPr>
        <p:spPr>
          <a:xfrm>
            <a:off x="1668780" y="24688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sessions/pensive-beautiful-einstein/mnt/outputs/pptx_work/icons/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994" y="2584094"/>
            <a:ext cx="592531" cy="59253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your name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4023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writes their own name in Hangul — the day's keepsake.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93592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/>
        </p:spPr>
      </p:sp>
      <p:sp>
        <p:nvSpPr>
          <p:cNvPr id="10" name="Shape 7"/>
          <p:cNvSpPr/>
          <p:nvPr/>
        </p:nvSpPr>
        <p:spPr>
          <a:xfrm>
            <a:off x="4439412" y="24688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sessions/pensive-beautiful-einstein/mnt/outputs/pptx_work/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4626" y="2584094"/>
            <a:ext cx="592531" cy="59253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greetings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822192" y="4023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phrases they can actually use, today.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/>
        </p:spPr>
      </p:sp>
      <p:sp>
        <p:nvSpPr>
          <p:cNvPr id="15" name="Shape 11"/>
          <p:cNvSpPr/>
          <p:nvPr/>
        </p:nvSpPr>
        <p:spPr>
          <a:xfrm>
            <a:off x="7210044" y="24688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sessions/pensive-beautiful-einstein/mnt/outputs/pptx_work/icons/fil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258" y="2584094"/>
            <a:ext cx="592531" cy="59253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K-culture connect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92824" y="4023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words and phrases they've already heard in K-pop and K-dramas.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2194560"/>
            <a:ext cx="2514600" cy="2834640"/>
          </a:xfrm>
          <a:prstGeom prst="roundRect">
            <a:avLst>
              <a:gd name="adj" fmla="val 3636"/>
            </a:avLst>
          </a:prstGeom>
          <a:solidFill>
            <a:srgbClr val="D1FAE5"/>
          </a:solidFill>
          <a:ln/>
        </p:spPr>
      </p:sp>
      <p:sp>
        <p:nvSpPr>
          <p:cNvPr id="20" name="Shape 15"/>
          <p:cNvSpPr/>
          <p:nvPr/>
        </p:nvSpPr>
        <p:spPr>
          <a:xfrm>
            <a:off x="9980676" y="24688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sessions/pensive-beautiful-einstein/mnt/outputs/pptx_work/icons/qr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5890" y="2584094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4747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going, free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63456" y="4023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QR code to a full, free curriculum — no account needed.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SCHOOL NEEDS TO PREPARE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bring the slides, the materials, and the activities. All I need is a classroom and about 40 minutes.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WALK AWAY WITH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fun 40 minutes.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772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name, written in a completely new alphabet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real Korean phrases they can use immediately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cultural connection to something many already love</a:t>
            </a:r>
            <a:endParaRPr lang="en-US" sz="1800" dirty="0"/>
          </a:p>
          <a:p>
            <a:pPr algn="l"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way to keep learning, entirely on their own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61120" y="2377440"/>
            <a:ext cx="2377440" cy="23774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6" name="Image 0" descr="/sessions/pensive-beautiful-einstein/mnt/outputs/pptx_work/icons/see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2" y="2710282"/>
            <a:ext cx="1711757" cy="17117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4206240" y="1463040"/>
            <a:ext cx="3749040" cy="374904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1463040"/>
            <a:ext cx="3749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2651760" y="5440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 to the school. No sign-up required for staff. No strings attached, now or later.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VISIT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door stays open.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6583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is free through the end of 2026 beta — no card, ever, to try it</a:t>
            </a:r>
            <a:endParaRPr lang="en-US" sz="1600" dirty="0"/>
          </a:p>
          <a:p>
            <a:pPr algn="l"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 + Levels 1–2 are open to anyone, no account needed</a:t>
            </a:r>
            <a:endParaRPr lang="en-US" sz="1600" dirty="0"/>
          </a:p>
          <a:p>
            <a:pPr algn="l"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full episodes of vocabulary, grammar, and practice, ready today</a:t>
            </a:r>
            <a:endParaRPr lang="en-US" sz="1600" dirty="0"/>
          </a:p>
        </p:txBody>
      </p:sp>
      <p:pic>
        <p:nvPicPr>
          <p:cNvPr id="5" name="Image 0" descr="/sessions/pensive-beautiful-einstein/mnt/outputs/doranchae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2011680"/>
            <a:ext cx="237744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9536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try it — doranchae.com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  ·  doranchae.com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find 40 minutes.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bring everything. You just say when.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4114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(Haeok) Yu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doranchae.com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[email]  ·  [phone]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966960" y="1920240"/>
            <a:ext cx="1371600" cy="1371600"/>
          </a:xfrm>
          <a:prstGeom prst="ellipse">
            <a:avLst/>
          </a:prstGeom>
          <a:solidFill>
            <a:srgbClr val="12615B"/>
          </a:solidFill>
          <a:ln/>
        </p:spPr>
      </p:sp>
      <p:pic>
        <p:nvPicPr>
          <p:cNvPr id="6" name="Image 0" descr="/sessions/pensive-beautiful-einstein/mnt/outputs/pptx_work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8984" y="2112264"/>
            <a:ext cx="987552" cy="9875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2026-08-13T02:31:42Z</dcterms:created>
  <dcterms:modified xsi:type="dcterms:W3CDTF">2026-08-13T02:31:42Z</dcterms:modified>
</cp:coreProperties>
</file>